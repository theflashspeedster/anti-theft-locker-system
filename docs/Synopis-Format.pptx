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Arduino-Based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894" y="1759435"/>
            <a:ext cx="8229600" cy="4525963"/>
          </a:xfrm>
        </p:spPr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Name(s)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Section, Registration number,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No(s)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-ECE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-LPU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33CB13-C91E-EEAD-0782-BBD48D6D5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125" y="4749282"/>
            <a:ext cx="3289138" cy="1419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1689"/>
          </a:xfrm>
          <a:solidFill>
            <a:srgbClr val="FFFF00"/>
          </a:solidFill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Objectives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Methodology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Hardware &amp; Software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Results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Future 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3697"/>
          </a:xfrm>
          <a:solidFill>
            <a:srgbClr val="FFFF00"/>
          </a:solidFill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overview of the problem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3738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aim of the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5076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iagram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3778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754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images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2358"/>
          </a:xfrm>
          <a:solidFill>
            <a:srgbClr val="FFFF00"/>
          </a:solidFill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9052"/>
          </a:xfrm>
          <a:solidFill>
            <a:srgbClr val="FFFF00"/>
          </a:solidFill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improvements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9721"/>
          </a:xfrm>
          <a:solidFill>
            <a:srgbClr val="FFFF00"/>
          </a:solidFill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240" y="919066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111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Arduino-Based Project Presentation</vt:lpstr>
      <vt:lpstr>Table of Contents</vt:lpstr>
      <vt:lpstr>Introduction</vt:lpstr>
      <vt:lpstr>Objectives</vt:lpstr>
      <vt:lpstr>Methodology</vt:lpstr>
      <vt:lpstr>Hardware &amp; Software</vt:lpstr>
      <vt:lpstr>Results</vt:lpstr>
      <vt:lpstr>Conclusion</vt:lpstr>
      <vt:lpstr>Future Work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DrPrabal Gupta</cp:lastModifiedBy>
  <cp:revision>19</cp:revision>
  <dcterms:created xsi:type="dcterms:W3CDTF">2013-01-27T09:14:16Z</dcterms:created>
  <dcterms:modified xsi:type="dcterms:W3CDTF">2026-03-03T06:34:27Z</dcterms:modified>
  <cp:category/>
</cp:coreProperties>
</file>